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926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IR-PVC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43000" y="777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Price Variation Clause Calculations for Indian Railway Contractors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646920" y="4114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46920" y="411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Preview · Free Trial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Price Variation Clause (GCC Clause 17) calculations, generate IR Standard PVC statements, manage bulk billing, and track indices instantly — built by Southern Railway Contractors Association, Tiruchirappalli Division.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3624072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305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075688"/>
            <a:ext cx="284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PVC Bills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2386584"/>
            <a:ext cx="2846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Clause 17 compliant; quarterly indices applied automatically.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82440" y="1965960"/>
            <a:ext cx="3624072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032" y="21305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22520" y="2075688"/>
            <a:ext cx="284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Standard PDF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12152" y="2093976"/>
            <a:ext cx="457200" cy="219456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17" name="Text 12"/>
          <p:cNvSpPr/>
          <p:nvPr/>
        </p:nvSpPr>
        <p:spPr>
          <a:xfrm>
            <a:off x="7312152" y="20939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922520" y="2386584"/>
            <a:ext cx="2846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display, fixed-component row, monthly index history &amp; provisional watermark.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107680" y="1965960"/>
            <a:ext cx="3624072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272" y="213055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47760" y="2075688"/>
            <a:ext cx="284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Bill Processing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747760" y="2386584"/>
            <a:ext cx="2846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manage running account bills at scale.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3374136"/>
            <a:ext cx="3624072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38728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3483864"/>
            <a:ext cx="284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Index Tracking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097280" y="3794760"/>
            <a:ext cx="2846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WPI, JPC, steel &amp; fuel index updates.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282440" y="3374136"/>
            <a:ext cx="3624072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032" y="3538728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22520" y="3483864"/>
            <a:ext cx="284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 / Export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922520" y="3794760"/>
            <a:ext cx="2846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contracts and export detailed reports in one click.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107680" y="3374136"/>
            <a:ext cx="3624072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272" y="3538728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747760" y="3483864"/>
            <a:ext cx="284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747760" y="3794760"/>
            <a:ext cx="2846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bill generated is completely free — no card required.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457200" y="4946904"/>
            <a:ext cx="21031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594360" y="5020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Volume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94360" y="5239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₹199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/ bill</a:t>
            </a:r>
            <a:endParaRPr lang="en-US" sz="2200" dirty="0"/>
          </a:p>
        </p:txBody>
      </p:sp>
      <p:sp>
        <p:nvSpPr>
          <p:cNvPr id="38" name="Text 29"/>
          <p:cNvSpPr/>
          <p:nvPr/>
        </p:nvSpPr>
        <p:spPr>
          <a:xfrm>
            <a:off x="594360" y="5586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bills per day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2724912" y="4946904"/>
            <a:ext cx="2103120" cy="9601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2862072" y="5020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Volume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2862072" y="5239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₹159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/ bill</a:t>
            </a:r>
            <a:endParaRPr lang="en-US" sz="2200" dirty="0"/>
          </a:p>
        </p:txBody>
      </p:sp>
      <p:sp>
        <p:nvSpPr>
          <p:cNvPr id="42" name="Text 33"/>
          <p:cNvSpPr/>
          <p:nvPr/>
        </p:nvSpPr>
        <p:spPr>
          <a:xfrm>
            <a:off x="2862072" y="5586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bills/day · Popular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4992624" y="4946904"/>
            <a:ext cx="21031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129784" y="5020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5129784" y="5239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₹119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/ bill</a:t>
            </a:r>
            <a:endParaRPr lang="en-US" sz="2200" dirty="0"/>
          </a:p>
        </p:txBody>
      </p:sp>
      <p:sp>
        <p:nvSpPr>
          <p:cNvPr id="46" name="Text 37"/>
          <p:cNvSpPr/>
          <p:nvPr/>
        </p:nvSpPr>
        <p:spPr>
          <a:xfrm>
            <a:off x="5129784" y="5586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bills per day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7260336" y="4946904"/>
            <a:ext cx="2331720" cy="960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7397496" y="503834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Department officials receive 100% free accounts for audit, compliance &amp; index oversight.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9756648" y="4946904"/>
            <a:ext cx="1975104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1"/>
          <p:cNvSpPr/>
          <p:nvPr/>
        </p:nvSpPr>
        <p:spPr>
          <a:xfrm>
            <a:off x="9756648" y="4946904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 Free Trial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Get Started Now</a:t>
            </a:r>
            <a:endParaRPr lang="en-US" sz="13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856" y="5335524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IR-PVC - Effortless PVC Calculations</dc:title>
  <dc:subject>PptxGenJS Presentation</dc:subject>
  <dc:creator>Southern Railway Contractors Association</dc:creator>
  <cp:lastModifiedBy>Southern Railway Contractors Association</cp:lastModifiedBy>
  <cp:revision>1</cp:revision>
  <dcterms:created xsi:type="dcterms:W3CDTF">2026-06-11T17:51:26Z</dcterms:created>
  <dcterms:modified xsi:type="dcterms:W3CDTF">2026-06-11T17:51:26Z</dcterms:modified>
</cp:coreProperties>
</file>