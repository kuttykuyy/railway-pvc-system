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Hidden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4-5 hours per PVC bill.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Searching indices. Calculating percentages.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Is this really the best use of your experience?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Your Time Is Disappearing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10 different indices to hunt.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34 JPC steel items to extract.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Same formulas, again and again.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This work is below your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Introducing IR-PVC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One click. All 10 indices auto-fetched.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Upload JPC PDF. 34 items extracted in 2 minutes.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100% Railway-compliant calculations.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Manual: 4-5 hours, errors, frustration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IR-PVC: 15 minutes, 100% accuracy, peace of mind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Your Time. Better Spent.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Visit another site. Attend that meeting.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Spend time with your family.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irpvc.in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